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46304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22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5297"/>
            <a:ext cx="13642848" cy="6784848"/>
          </a:xfrm>
          <a:prstGeom prst="roundRect">
            <a:avLst/>
          </a:prstGeom>
          <a:solidFill>
            <a:srgbClr val="FCFBF8"/>
          </a:solidFill>
          <a:ln w="15240">
            <a:solidFill>
              <a:srgbClr val="E7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9808" y="749808"/>
            <a:ext cx="13130784" cy="6309360"/>
          </a:xfrm>
          <a:prstGeom prst="roundRect">
            <a:avLst/>
          </a:prstGeom>
          <a:noFill/>
          <a:ln w="10160">
            <a:solidFill>
              <a:srgbClr val="EE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454914"/>
            <a:ext cx="3547872" cy="512064"/>
          </a:xfrm>
          <a:prstGeom prst="roundRect">
            <a:avLst/>
          </a:prstGeom>
          <a:solidFill>
            <a:srgbClr val="FFB20D"/>
          </a:solidFill>
          <a:ln w="254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031427" y="262655"/>
            <a:ext cx="1627632" cy="932688"/>
          </a:xfrm>
          <a:prstGeom prst="roundRect">
            <a:avLst/>
          </a:prstGeom>
          <a:solidFill>
            <a:srgbClr val="CAE8FB"/>
          </a:solidFill>
          <a:ln w="254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883456" y="1054303"/>
            <a:ext cx="309250" cy="309250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322917" y="1054303"/>
            <a:ext cx="309250" cy="309250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762378" y="1054303"/>
            <a:ext cx="309250" cy="309250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883456" y="1494129"/>
            <a:ext cx="309250" cy="309250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322917" y="1494129"/>
            <a:ext cx="309250" cy="309250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62378" y="1494129"/>
            <a:ext cx="309250" cy="309250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3726" y="1547116"/>
            <a:ext cx="5890623" cy="4293241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67528" y="1848771"/>
            <a:ext cx="3072383" cy="1600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dirty="0">
                <a:solidFill>
                  <a:srgbClr val="1F2023"/>
                </a:solidFill>
                <a:latin typeface="Arial Black"/>
              </a:rPr>
              <a:t>Build</a:t>
            </a:r>
          </a:p>
          <a:p>
            <a:pPr algn="l"/>
            <a:r>
              <a:rPr sz="5200" b="1" dirty="0">
                <a:solidFill>
                  <a:srgbClr val="1F2023"/>
                </a:solidFill>
                <a:latin typeface="Arial Black"/>
              </a:rPr>
              <a:t>with AI</a:t>
            </a:r>
          </a:p>
        </p:txBody>
      </p:sp>
      <p:sp>
        <p:nvSpPr>
          <p:cNvPr id="14" name="Hexagon 13"/>
          <p:cNvSpPr/>
          <p:nvPr/>
        </p:nvSpPr>
        <p:spPr>
          <a:xfrm>
            <a:off x="5191276" y="2567372"/>
            <a:ext cx="822960" cy="671806"/>
          </a:xfrm>
          <a:prstGeom prst="hexagon">
            <a:avLst/>
          </a:prstGeom>
          <a:solidFill>
            <a:srgbClr val="4F7FE0"/>
          </a:solidFill>
          <a:ln w="2794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372327" y="2726242"/>
            <a:ext cx="460857" cy="3877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20" b="1" dirty="0">
                <a:solidFill>
                  <a:srgbClr val="FFFDF6"/>
                </a:solidFill>
                <a:latin typeface="Arial"/>
              </a:rPr>
              <a:t>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979298"/>
            <a:ext cx="1316736" cy="768096"/>
          </a:xfrm>
          <a:prstGeom prst="roundRect">
            <a:avLst/>
          </a:prstGeom>
          <a:solidFill>
            <a:srgbClr val="FFE9A0"/>
          </a:solidFill>
          <a:ln w="254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539" y="5038344"/>
            <a:ext cx="943787" cy="58521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253249" y="4956571"/>
            <a:ext cx="1389888" cy="768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9292" y="5063853"/>
            <a:ext cx="9692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 dirty="0">
                <a:solidFill>
                  <a:srgbClr val="1F2023"/>
                </a:solidFill>
                <a:latin typeface="Arial"/>
              </a:rPr>
              <a:t>2026</a:t>
            </a:r>
          </a:p>
        </p:txBody>
      </p:sp>
      <p:sp>
        <p:nvSpPr>
          <p:cNvPr id="20" name="Oval 19"/>
          <p:cNvSpPr/>
          <p:nvPr/>
        </p:nvSpPr>
        <p:spPr>
          <a:xfrm>
            <a:off x="4688386" y="4849803"/>
            <a:ext cx="585216" cy="585216"/>
          </a:xfrm>
          <a:prstGeom prst="ellipse">
            <a:avLst/>
          </a:prstGeom>
          <a:solidFill>
            <a:srgbClr val="72B5EA"/>
          </a:solidFill>
          <a:ln w="254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616643" y="5449824"/>
            <a:ext cx="2084831" cy="347472"/>
          </a:xfrm>
          <a:prstGeom prst="roundRect">
            <a:avLst/>
          </a:prstGeom>
          <a:solidFill>
            <a:srgbClr val="FFB20D"/>
          </a:solidFill>
          <a:ln w="2286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kean-seal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21792"/>
            <a:ext cx="804672" cy="8046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53344" y="640080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74780"/>
                </a:solidFill>
                <a:latin typeface="SimSun"/>
              </a:rPr>
              <a:t>温州肯恩大学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96926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74780"/>
                </a:solidFill>
                <a:latin typeface="Times New Roman"/>
              </a:rPr>
              <a:t>WENZHOU-KEAN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1664208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B5A95"/>
                </a:solidFill>
                <a:latin typeface="Arial"/>
              </a:rPr>
              <a:t>BUILD WITH AI - WENZHOU EDITION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2048256"/>
            <a:ext cx="4078224" cy="27432"/>
          </a:xfrm>
          <a:prstGeom prst="rect">
            <a:avLst/>
          </a:prstGeom>
          <a:solidFill>
            <a:srgbClr val="2C2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79" y="232257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A8A8A"/>
                </a:solidFill>
                <a:latin typeface="Arial"/>
              </a:rPr>
              <a:t>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615184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2023"/>
                </a:solidFill>
                <a:latin typeface="Arial Black"/>
              </a:rPr>
              <a:t>Wenzhou-Kean</a:t>
            </a:r>
          </a:p>
          <a:p>
            <a:pPr algn="l"/>
            <a:r>
              <a:rPr sz="3600" b="1">
                <a:solidFill>
                  <a:srgbClr val="1F2023"/>
                </a:solidFill>
                <a:latin typeface="Arial Black"/>
              </a:rPr>
              <a:t>University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65760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A8A8A"/>
                </a:solidFill>
                <a:latin typeface="Arial"/>
              </a:rPr>
              <a:t>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950208"/>
            <a:ext cx="41148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>
                <a:solidFill>
                  <a:srgbClr val="1F2023"/>
                </a:solidFill>
                <a:latin typeface="Arial Black"/>
              </a:rPr>
              <a:t>April 26,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4572000"/>
            <a:ext cx="4078224" cy="27432"/>
          </a:xfrm>
          <a:prstGeom prst="rect">
            <a:avLst/>
          </a:prstGeom>
          <a:solidFill>
            <a:srgbClr val="2C2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93776" y="7461504"/>
            <a:ext cx="1364284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7644383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5F7EA7"/>
                </a:solidFill>
                <a:latin typeface="Microsoft YaHei"/>
              </a:rPr>
              <a:t>活动单位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7918704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F7EA7"/>
                </a:solidFill>
                <a:latin typeface="Arial"/>
              </a:rPr>
              <a:t>EVENT PARTNERS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66543" y="7589520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03" y="7626096"/>
            <a:ext cx="530880" cy="32918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813048" y="7589520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datawhale-mark-trim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556" y="7626096"/>
            <a:ext cx="329184" cy="32918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5559552" y="7589520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060" y="7626096"/>
            <a:ext cx="329184" cy="329184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306055" y="7589520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1563" y="7626096"/>
            <a:ext cx="329184" cy="32918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052559" y="7589520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9876" y="7626096"/>
            <a:ext cx="325566" cy="329184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640080" y="8138160"/>
            <a:ext cx="13350240" cy="13716"/>
          </a:xfrm>
          <a:prstGeom prst="rect">
            <a:avLst/>
          </a:prstGeom>
          <a:solidFill>
            <a:srgbClr val="E5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956816" y="8229600"/>
            <a:ext cx="5669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1F528F"/>
                </a:solidFill>
                <a:latin typeface="Microsoft YaHei"/>
              </a:rPr>
              <a:t>主办单位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15184" y="8229600"/>
            <a:ext cx="11338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244260"/>
                </a:solidFill>
                <a:latin typeface="Microsoft YaHei"/>
              </a:rPr>
              <a:t>Google Developer Groups Wenzhou（谷歌开发者社区温州站）、Datawhale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6816" y="8394192"/>
            <a:ext cx="5669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1F528F"/>
                </a:solidFill>
                <a:latin typeface="Microsoft YaHei"/>
              </a:rPr>
              <a:t>承办单位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15184" y="8394192"/>
            <a:ext cx="11338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244260"/>
                </a:solidFill>
                <a:latin typeface="Microsoft YaHei"/>
              </a:rPr>
              <a:t>温州市软件行业协会人工智能专业委员会、温州肯恩理工学院计算机科学与技术系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56816" y="8558784"/>
            <a:ext cx="5669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1F528F"/>
                </a:solidFill>
                <a:latin typeface="Microsoft YaHei"/>
              </a:rPr>
              <a:t>协办单位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15184" y="8558784"/>
            <a:ext cx="11338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244260"/>
                </a:solidFill>
                <a:latin typeface="Microsoft YaHei"/>
              </a:rPr>
              <a:t>温州肯恩大学 AI 社团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840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F2023"/>
                </a:solidFill>
                <a:latin typeface="Arial Black"/>
              </a:rPr>
              <a:t>Editable Build With AI Poster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E7782"/>
                </a:solidFill>
                <a:latin typeface="Arial"/>
              </a:rPr>
              <a:t>Slide 1 is the full poster. This slide keeps the major blocks separated for easier editing and rearranging.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5281" y="501632"/>
            <a:ext cx="2606039" cy="2953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65" b="1" dirty="0" err="1">
                <a:solidFill>
                  <a:srgbClr val="174780"/>
                </a:solidFill>
                <a:latin typeface="SimSun"/>
              </a:rPr>
              <a:t>温州肯恩大学</a:t>
            </a:r>
            <a:endParaRPr sz="2565" b="1" dirty="0">
              <a:solidFill>
                <a:srgbClr val="174780"/>
              </a:solidFill>
              <a:latin typeface="SimSu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6856" y="974651"/>
            <a:ext cx="2606039" cy="208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9" b="0">
                <a:solidFill>
                  <a:srgbClr val="174780"/>
                </a:solidFill>
                <a:latin typeface="Times New Roman"/>
              </a:rPr>
              <a:t>WENZHOU-KEAN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0416" y="1225296"/>
            <a:ext cx="3599078" cy="2099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2B5A95"/>
                </a:solidFill>
                <a:latin typeface="Arial"/>
              </a:rPr>
              <a:t>BUILD WITH AI - WENZHOU EDITION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0416" y="1540215"/>
            <a:ext cx="3344143" cy="22494"/>
          </a:xfrm>
          <a:prstGeom prst="rect">
            <a:avLst/>
          </a:prstGeom>
          <a:solidFill>
            <a:srgbClr val="2C2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0416" y="1765157"/>
            <a:ext cx="1499616" cy="1799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12" b="1">
                <a:solidFill>
                  <a:srgbClr val="8A8A8A"/>
                </a:solidFill>
                <a:latin typeface="Arial"/>
              </a:rPr>
              <a:t>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7" y="1962044"/>
            <a:ext cx="3374136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52" b="1" dirty="0">
                <a:solidFill>
                  <a:srgbClr val="1F2023"/>
                </a:solidFill>
                <a:latin typeface="Arial Black"/>
              </a:rPr>
              <a:t>Wenzhou-Kean</a:t>
            </a:r>
          </a:p>
          <a:p>
            <a:pPr algn="l"/>
            <a:r>
              <a:rPr sz="2952" b="1" dirty="0">
                <a:solidFill>
                  <a:srgbClr val="1F2023"/>
                </a:solidFill>
                <a:latin typeface="Arial Black"/>
              </a:rPr>
              <a:t>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416" y="2859877"/>
            <a:ext cx="1049731" cy="1799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12" b="1">
                <a:solidFill>
                  <a:srgbClr val="8A8A8A"/>
                </a:solidFill>
                <a:latin typeface="Arial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6" y="3099815"/>
            <a:ext cx="3374136" cy="38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60" b="1">
                <a:solidFill>
                  <a:srgbClr val="1F2023"/>
                </a:solidFill>
                <a:latin typeface="Arial Black"/>
              </a:rPr>
              <a:t>April 26,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0416" y="3609685"/>
            <a:ext cx="3344143" cy="22494"/>
          </a:xfrm>
          <a:prstGeom prst="rect">
            <a:avLst/>
          </a:prstGeom>
          <a:solidFill>
            <a:srgbClr val="2C2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2157" y="1938528"/>
            <a:ext cx="2767340" cy="399409"/>
          </a:xfrm>
          <a:prstGeom prst="roundRect">
            <a:avLst/>
          </a:prstGeom>
          <a:solidFill>
            <a:srgbClr val="FFB20D"/>
          </a:solidFill>
          <a:ln w="254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18912" y="1838675"/>
            <a:ext cx="1269552" cy="727496"/>
          </a:xfrm>
          <a:prstGeom prst="roundRect">
            <a:avLst/>
          </a:prstGeom>
          <a:solidFill>
            <a:srgbClr val="CAE8FB"/>
          </a:solidFill>
          <a:ln w="254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09345" y="1947800"/>
            <a:ext cx="241215" cy="241215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352124" y="1947800"/>
            <a:ext cx="241215" cy="241215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94903" y="1947800"/>
            <a:ext cx="241215" cy="241215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009345" y="2290864"/>
            <a:ext cx="241215" cy="241215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52124" y="2290864"/>
            <a:ext cx="241215" cy="241215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94903" y="2290864"/>
            <a:ext cx="241215" cy="241215"/>
          </a:xfrm>
          <a:prstGeom prst="ellipse">
            <a:avLst/>
          </a:prstGeom>
          <a:solidFill>
            <a:srgbClr val="4F7FE0"/>
          </a:solidFill>
          <a:ln w="2159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6274" y="2252350"/>
            <a:ext cx="3295131" cy="2681752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1567" y="2765877"/>
            <a:ext cx="1797344" cy="13123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56" b="1">
                <a:solidFill>
                  <a:srgbClr val="1F2023"/>
                </a:solidFill>
                <a:latin typeface="Arial Black"/>
              </a:rPr>
              <a:t>Build</a:t>
            </a:r>
          </a:p>
          <a:p>
            <a:pPr algn="l"/>
            <a:r>
              <a:rPr sz="4056" b="1">
                <a:solidFill>
                  <a:srgbClr val="1F2023"/>
                </a:solidFill>
                <a:latin typeface="Arial Black"/>
              </a:rPr>
              <a:t>with AI</a:t>
            </a:r>
          </a:p>
        </p:txBody>
      </p:sp>
      <p:sp>
        <p:nvSpPr>
          <p:cNvPr id="24" name="Hexagon 23"/>
          <p:cNvSpPr/>
          <p:nvPr/>
        </p:nvSpPr>
        <p:spPr>
          <a:xfrm>
            <a:off x="2990088" y="2851464"/>
            <a:ext cx="641908" cy="641908"/>
          </a:xfrm>
          <a:prstGeom prst="hexagon">
            <a:avLst/>
          </a:prstGeom>
          <a:solidFill>
            <a:srgbClr val="4F7FE0"/>
          </a:solidFill>
          <a:ln w="2794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31307" y="2954170"/>
            <a:ext cx="359468" cy="3594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65" b="1">
                <a:solidFill>
                  <a:srgbClr val="FFFDF6"/>
                </a:solidFill>
                <a:latin typeface="Arial"/>
              </a:rPr>
              <a:t>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06712" y="4235135"/>
            <a:ext cx="1027054" cy="599114"/>
          </a:xfrm>
          <a:prstGeom prst="roundRect">
            <a:avLst/>
          </a:prstGeom>
          <a:solidFill>
            <a:srgbClr val="FFE9A0"/>
          </a:solidFill>
          <a:ln w="254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30" y="4277928"/>
            <a:ext cx="736154" cy="45646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433767" y="4235135"/>
            <a:ext cx="1084112" cy="59911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97810" y="4377781"/>
            <a:ext cx="756025" cy="2995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84" b="0">
                <a:solidFill>
                  <a:srgbClr val="1F2023"/>
                </a:solidFill>
                <a:latin typeface="Arial"/>
              </a:rPr>
              <a:t>2026</a:t>
            </a:r>
          </a:p>
        </p:txBody>
      </p:sp>
      <p:sp>
        <p:nvSpPr>
          <p:cNvPr id="30" name="Oval 29"/>
          <p:cNvSpPr/>
          <p:nvPr/>
        </p:nvSpPr>
        <p:spPr>
          <a:xfrm>
            <a:off x="3418027" y="4292193"/>
            <a:ext cx="456468" cy="456468"/>
          </a:xfrm>
          <a:prstGeom prst="ellipse">
            <a:avLst/>
          </a:prstGeom>
          <a:solidFill>
            <a:srgbClr val="72B5EA"/>
          </a:solidFill>
          <a:ln w="254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376708" y="5148072"/>
            <a:ext cx="1626168" cy="271028"/>
          </a:xfrm>
          <a:prstGeom prst="roundRect">
            <a:avLst/>
          </a:prstGeom>
          <a:solidFill>
            <a:srgbClr val="FFB20D"/>
          </a:solidFill>
          <a:ln w="2286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0" y="4572000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F7EA7"/>
                </a:solidFill>
                <a:latin typeface="Arial"/>
              </a:rPr>
              <a:t>Campus Illustration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" y="7755126"/>
            <a:ext cx="1364284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7205472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5F7EA7"/>
                </a:solidFill>
                <a:latin typeface="Microsoft YaHei"/>
              </a:rPr>
              <a:t>活动单位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747979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F7EA7"/>
                </a:solidFill>
                <a:latin typeface="Arial"/>
              </a:rPr>
              <a:t>EVENT PARTNERS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66543" y="7150607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03" y="7187183"/>
            <a:ext cx="530880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3813048" y="7150607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datawhale-mark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7187183"/>
            <a:ext cx="329184" cy="329184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559552" y="7150607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060" y="7187183"/>
            <a:ext cx="329184" cy="329184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306055" y="7150607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563" y="7187183"/>
            <a:ext cx="329184" cy="32918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052559" y="7150607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9876" y="7187183"/>
            <a:ext cx="325566" cy="329184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640080" y="7699248"/>
            <a:ext cx="13350240" cy="13716"/>
          </a:xfrm>
          <a:prstGeom prst="rect">
            <a:avLst/>
          </a:prstGeom>
          <a:solidFill>
            <a:srgbClr val="E5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956816" y="7790688"/>
            <a:ext cx="5669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1F528F"/>
                </a:solidFill>
                <a:latin typeface="Microsoft YaHei"/>
              </a:rPr>
              <a:t>主办单位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93710" y="8370674"/>
            <a:ext cx="11338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 dirty="0">
                <a:solidFill>
                  <a:srgbClr val="244260"/>
                </a:solidFill>
                <a:latin typeface="Microsoft YaHei"/>
              </a:rPr>
              <a:t>Google Developer Groups </a:t>
            </a:r>
            <a:r>
              <a:rPr sz="840" b="0" dirty="0" err="1">
                <a:solidFill>
                  <a:srgbClr val="244260"/>
                </a:solidFill>
                <a:latin typeface="Microsoft YaHei"/>
              </a:rPr>
              <a:t>Wenzhou（谷歌开发者社区温州站</a:t>
            </a:r>
            <a:r>
              <a:rPr sz="840" b="0" dirty="0">
                <a:solidFill>
                  <a:srgbClr val="244260"/>
                </a:solidFill>
                <a:latin typeface="Microsoft YaHei"/>
              </a:rPr>
              <a:t>）、</a:t>
            </a:r>
            <a:r>
              <a:rPr sz="840" b="0" dirty="0" err="1">
                <a:solidFill>
                  <a:srgbClr val="244260"/>
                </a:solidFill>
                <a:latin typeface="Microsoft YaHei"/>
              </a:rPr>
              <a:t>Datawhale</a:t>
            </a:r>
            <a:endParaRPr sz="840" b="0" dirty="0">
              <a:solidFill>
                <a:srgbClr val="244260"/>
              </a:solidFill>
              <a:latin typeface="Microsoft YaHe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56816" y="7955279"/>
            <a:ext cx="5669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1F528F"/>
                </a:solidFill>
                <a:latin typeface="Microsoft YaHei"/>
              </a:rPr>
              <a:t>承办单位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23744" y="8522247"/>
            <a:ext cx="11338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 dirty="0" err="1">
                <a:solidFill>
                  <a:srgbClr val="244260"/>
                </a:solidFill>
                <a:latin typeface="Microsoft YaHei"/>
              </a:rPr>
              <a:t>温州市软件行业协会人工智能专业委员会、温州肯恩理工学院计算机科学与技术系</a:t>
            </a:r>
            <a:endParaRPr sz="840" b="0" dirty="0">
              <a:solidFill>
                <a:srgbClr val="244260"/>
              </a:solidFill>
              <a:latin typeface="Microsoft YaHe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956816" y="8119871"/>
            <a:ext cx="5669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1F528F"/>
                </a:solidFill>
                <a:latin typeface="Microsoft YaHei"/>
              </a:rPr>
              <a:t>协办单位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76503" y="8119871"/>
            <a:ext cx="11338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244260"/>
                </a:solidFill>
                <a:latin typeface="Microsoft YaHei"/>
              </a:rPr>
              <a:t>温州肯恩大学 AI 社团</a:t>
            </a:r>
          </a:p>
        </p:txBody>
      </p:sp>
      <p:pic>
        <p:nvPicPr>
          <p:cNvPr id="55" name="图片 54" descr="图片包含 图示&#10;&#10;AI 生成的内容可能不正确。">
            <a:extLst>
              <a:ext uri="{FF2B5EF4-FFF2-40B4-BE49-F238E27FC236}">
                <a16:creationId xmlns:a16="http://schemas.microsoft.com/office/drawing/2014/main" id="{927956BD-F721-9DDA-08D0-9A8392F932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1288" t="50757"/>
          <a:stretch/>
        </p:blipFill>
        <p:spPr>
          <a:xfrm>
            <a:off x="5239330" y="3428415"/>
            <a:ext cx="5008351" cy="4502763"/>
          </a:xfrm>
          <a:prstGeom prst="rect">
            <a:avLst/>
          </a:prstGeom>
        </p:spPr>
      </p:pic>
      <p:pic>
        <p:nvPicPr>
          <p:cNvPr id="57" name="图片 56" descr="徽标&#10;&#10;AI 生成的内容可能不正确。">
            <a:extLst>
              <a:ext uri="{FF2B5EF4-FFF2-40B4-BE49-F238E27FC236}">
                <a16:creationId xmlns:a16="http://schemas.microsoft.com/office/drawing/2014/main" id="{034C0CB0-9423-5E02-46BA-8A170C37A3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5226" y="866329"/>
            <a:ext cx="3406336" cy="33996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112</Words>
  <Application>Microsoft Office PowerPoint</Application>
  <PresentationFormat>自定义</PresentationFormat>
  <Paragraphs>43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SimSun</vt:lpstr>
      <vt:lpstr>Microsoft YaHei</vt:lpstr>
      <vt:lpstr>Arial</vt:lpstr>
      <vt:lpstr>Arial Black</vt:lpstr>
      <vt:lpstr>Calibri</vt:lpstr>
      <vt:lpstr>Times New Roman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Liyang Liu</cp:lastModifiedBy>
  <cp:revision>2</cp:revision>
  <dcterms:created xsi:type="dcterms:W3CDTF">2013-01-27T09:14:16Z</dcterms:created>
  <dcterms:modified xsi:type="dcterms:W3CDTF">2026-04-13T16:45:42Z</dcterms:modified>
  <cp:category/>
</cp:coreProperties>
</file>